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0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3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4A42AF-260D-41E6-9434-8C9323C2E9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B7322BF-BF9F-42C3-AAD8-49F33651ED13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pPr algn="ctr"/>
          <a:r>
            <a:rPr lang="en-IN" sz="3200" dirty="0">
              <a:solidFill>
                <a:schemeClr val="bg1"/>
              </a:solidFill>
            </a:rPr>
            <a:t>QueueLess – </a:t>
          </a:r>
          <a:r>
            <a:rPr lang="en-IN" sz="3200" dirty="0">
              <a:solidFill>
                <a:schemeClr val="tx1"/>
              </a:solidFill>
            </a:rPr>
            <a:t>Smart Checkout Solution</a:t>
          </a:r>
        </a:p>
      </dgm:t>
    </dgm:pt>
    <dgm:pt modelId="{74C9ABDE-3684-4E8B-80B7-DA41B5EDF26F}" type="parTrans" cxnId="{ED2C7ACC-4664-4BC0-9383-108FA29E58D7}">
      <dgm:prSet/>
      <dgm:spPr/>
      <dgm:t>
        <a:bodyPr/>
        <a:lstStyle/>
        <a:p>
          <a:endParaRPr lang="en-IN"/>
        </a:p>
      </dgm:t>
    </dgm:pt>
    <dgm:pt modelId="{2112ED5E-0B83-489D-A2CB-B1C9BD4C05B5}" type="sibTrans" cxnId="{ED2C7ACC-4664-4BC0-9383-108FA29E58D7}">
      <dgm:prSet/>
      <dgm:spPr/>
      <dgm:t>
        <a:bodyPr/>
        <a:lstStyle/>
        <a:p>
          <a:endParaRPr lang="en-IN"/>
        </a:p>
      </dgm:t>
    </dgm:pt>
    <dgm:pt modelId="{55B25795-2AC2-49FD-8005-4FD01F70EF6D}" type="pres">
      <dgm:prSet presAssocID="{504A42AF-260D-41E6-9434-8C9323C2E964}" presName="linear" presStyleCnt="0">
        <dgm:presLayoutVars>
          <dgm:animLvl val="lvl"/>
          <dgm:resizeHandles val="exact"/>
        </dgm:presLayoutVars>
      </dgm:prSet>
      <dgm:spPr/>
    </dgm:pt>
    <dgm:pt modelId="{383494F9-8202-41CE-A4F0-E53CF6997D33}" type="pres">
      <dgm:prSet presAssocID="{7B7322BF-BF9F-42C3-AAD8-49F33651ED13}" presName="parentText" presStyleLbl="node1" presStyleIdx="0" presStyleCnt="1" custLinFactNeighborY="-1891">
        <dgm:presLayoutVars>
          <dgm:chMax val="0"/>
          <dgm:bulletEnabled val="1"/>
        </dgm:presLayoutVars>
      </dgm:prSet>
      <dgm:spPr/>
    </dgm:pt>
  </dgm:ptLst>
  <dgm:cxnLst>
    <dgm:cxn modelId="{ED2C7ACC-4664-4BC0-9383-108FA29E58D7}" srcId="{504A42AF-260D-41E6-9434-8C9323C2E964}" destId="{7B7322BF-BF9F-42C3-AAD8-49F33651ED13}" srcOrd="0" destOrd="0" parTransId="{74C9ABDE-3684-4E8B-80B7-DA41B5EDF26F}" sibTransId="{2112ED5E-0B83-489D-A2CB-B1C9BD4C05B5}"/>
    <dgm:cxn modelId="{B4D213D3-344C-44CD-BE15-2DF65383AA35}" type="presOf" srcId="{504A42AF-260D-41E6-9434-8C9323C2E964}" destId="{55B25795-2AC2-49FD-8005-4FD01F70EF6D}" srcOrd="0" destOrd="0" presId="urn:microsoft.com/office/officeart/2005/8/layout/vList2"/>
    <dgm:cxn modelId="{1EF519FE-E032-49C8-BE89-C6DD31500C0D}" type="presOf" srcId="{7B7322BF-BF9F-42C3-AAD8-49F33651ED13}" destId="{383494F9-8202-41CE-A4F0-E53CF6997D33}" srcOrd="0" destOrd="0" presId="urn:microsoft.com/office/officeart/2005/8/layout/vList2"/>
    <dgm:cxn modelId="{30D2E422-33F7-4E6B-86AB-5CFC4323FA50}" type="presParOf" srcId="{55B25795-2AC2-49FD-8005-4FD01F70EF6D}" destId="{383494F9-8202-41CE-A4F0-E53CF6997D3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494F9-8202-41CE-A4F0-E53CF6997D33}">
      <dsp:nvSpPr>
        <dsp:cNvPr id="0" name=""/>
        <dsp:cNvSpPr/>
      </dsp:nvSpPr>
      <dsp:spPr>
        <a:xfrm>
          <a:off x="0" y="103602"/>
          <a:ext cx="7772400" cy="1216800"/>
        </a:xfrm>
        <a:prstGeom prst="round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solidFill>
                <a:schemeClr val="bg1"/>
              </a:solidFill>
            </a:rPr>
            <a:t>QueueLess – </a:t>
          </a:r>
          <a:r>
            <a:rPr lang="en-IN" sz="3200" kern="1200" dirty="0">
              <a:solidFill>
                <a:schemeClr val="tx1"/>
              </a:solidFill>
            </a:rPr>
            <a:t>Smart Checkout Solution</a:t>
          </a:r>
        </a:p>
      </dsp:txBody>
      <dsp:txXfrm>
        <a:off x="59399" y="163001"/>
        <a:ext cx="7653602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5655E6B5-CE84-CFC6-3CF3-0FD06C6DD3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2163393"/>
              </p:ext>
            </p:extLst>
          </p:nvPr>
        </p:nvGraphicFramePr>
        <p:xfrm>
          <a:off x="685800" y="2130425"/>
          <a:ext cx="7772400" cy="1470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startup idea to eliminate billing queues in supermarkets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609" y="96089"/>
            <a:ext cx="2381582" cy="13527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146073-44C9-3EC1-703F-BEF6A346EF18}"/>
              </a:ext>
            </a:extLst>
          </p:cNvPr>
          <p:cNvCxnSpPr>
            <a:cxnSpLocks/>
          </p:cNvCxnSpPr>
          <p:nvPr/>
        </p:nvCxnSpPr>
        <p:spPr>
          <a:xfrm>
            <a:off x="184558" y="1356549"/>
            <a:ext cx="87413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6391" y="274638"/>
            <a:ext cx="8229600" cy="1143000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/>
              <a:t> Long waiting time at billing counters</a:t>
            </a:r>
          </a:p>
          <a:p>
            <a:pPr>
              <a:lnSpc>
                <a:spcPct val="150000"/>
              </a:lnSpc>
            </a:pPr>
            <a:r>
              <a:rPr dirty="0"/>
              <a:t>Crowded queues in supermarkets like </a:t>
            </a:r>
            <a:r>
              <a:rPr dirty="0" err="1"/>
              <a:t>DMart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Time waste for working people &amp; elderly</a:t>
            </a:r>
          </a:p>
          <a:p>
            <a:pPr>
              <a:lnSpc>
                <a:spcPct val="150000"/>
              </a:lnSpc>
            </a:pPr>
            <a:r>
              <a:rPr dirty="0"/>
              <a:t>Frustrating shopping experience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418" y="3810"/>
            <a:ext cx="2381582" cy="1352739"/>
          </a:xfrm>
          <a:prstGeom prst="rect">
            <a:avLst/>
          </a:prstGeom>
        </p:spPr>
      </p:pic>
      <p:cxnSp>
        <p:nvCxnSpPr>
          <p:cNvPr id="6" name="Straight Connector 5"/>
          <p:cNvCxnSpPr>
            <a:cxnSpLocks/>
          </p:cNvCxnSpPr>
          <p:nvPr/>
        </p:nvCxnSpPr>
        <p:spPr>
          <a:xfrm>
            <a:off x="213919" y="1356549"/>
            <a:ext cx="8716161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87680" y="274638"/>
            <a:ext cx="8229600" cy="1143000"/>
          </a:xfrm>
        </p:spPr>
        <p:txBody>
          <a:bodyPr>
            <a:normAutofit/>
          </a:bodyPr>
          <a:lstStyle/>
          <a:p>
            <a:r>
              <a:rPr sz="4000" dirty="0"/>
              <a:t>Why This Is a Real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/>
              <a:t>Average wait time: 20–40 minutes</a:t>
            </a:r>
          </a:p>
          <a:p>
            <a:pPr>
              <a:lnSpc>
                <a:spcPct val="150000"/>
              </a:lnSpc>
            </a:pPr>
            <a:r>
              <a:rPr dirty="0"/>
              <a:t>Peak hours &amp; weekends are worst</a:t>
            </a:r>
          </a:p>
          <a:p>
            <a:pPr>
              <a:lnSpc>
                <a:spcPct val="150000"/>
              </a:lnSpc>
            </a:pPr>
            <a:r>
              <a:rPr dirty="0"/>
              <a:t>Customers leave without buying more</a:t>
            </a:r>
          </a:p>
          <a:p>
            <a:pPr>
              <a:lnSpc>
                <a:spcPct val="150000"/>
              </a:lnSpc>
            </a:pPr>
            <a:r>
              <a:rPr dirty="0"/>
              <a:t>Billing system is outdated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418" y="3810"/>
            <a:ext cx="2381582" cy="1352739"/>
          </a:xfrm>
          <a:prstGeom prst="rect">
            <a:avLst/>
          </a:prstGeom>
        </p:spPr>
      </p:pic>
      <p:cxnSp>
        <p:nvCxnSpPr>
          <p:cNvPr id="7" name="Straight Connector 6"/>
          <p:cNvCxnSpPr>
            <a:cxnSpLocks/>
          </p:cNvCxnSpPr>
          <p:nvPr/>
        </p:nvCxnSpPr>
        <p:spPr>
          <a:xfrm>
            <a:off x="335560" y="1231690"/>
            <a:ext cx="86826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47040" y="457200"/>
            <a:ext cx="8229600" cy="1143000"/>
          </a:xfrm>
        </p:spPr>
        <p:txBody>
          <a:bodyPr/>
          <a:lstStyle/>
          <a:p>
            <a:r>
              <a:rPr dirty="0"/>
              <a:t>Our Solution – </a:t>
            </a:r>
            <a:r>
              <a:rPr dirty="0" err="1"/>
              <a:t>QueueLess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/>
              <a:t>Mobile-based self-scanning system</a:t>
            </a:r>
          </a:p>
          <a:p>
            <a:pPr>
              <a:lnSpc>
                <a:spcPct val="150000"/>
              </a:lnSpc>
            </a:pPr>
            <a:r>
              <a:rPr dirty="0"/>
              <a:t>Scan products while shopping</a:t>
            </a:r>
          </a:p>
          <a:p>
            <a:pPr>
              <a:lnSpc>
                <a:spcPct val="150000"/>
              </a:lnSpc>
            </a:pPr>
            <a:r>
              <a:rPr dirty="0"/>
              <a:t>Pay instantly using UPI / Card</a:t>
            </a:r>
          </a:p>
          <a:p>
            <a:pPr>
              <a:lnSpc>
                <a:spcPct val="150000"/>
              </a:lnSpc>
            </a:pPr>
            <a:r>
              <a:rPr dirty="0"/>
              <a:t>Exit without standing in queue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418" y="3810"/>
            <a:ext cx="2381582" cy="1352739"/>
          </a:xfrm>
          <a:prstGeom prst="rect">
            <a:avLst/>
          </a:prstGeom>
        </p:spPr>
      </p:pic>
      <p:cxnSp>
        <p:nvCxnSpPr>
          <p:cNvPr id="6" name="Straight Connector 5"/>
          <p:cNvCxnSpPr>
            <a:cxnSpLocks/>
          </p:cNvCxnSpPr>
          <p:nvPr/>
        </p:nvCxnSpPr>
        <p:spPr>
          <a:xfrm>
            <a:off x="142613" y="1370859"/>
            <a:ext cx="88000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6391" y="234028"/>
            <a:ext cx="8229600" cy="1143000"/>
          </a:xfrm>
        </p:spPr>
        <p:txBody>
          <a:bodyPr/>
          <a:lstStyle/>
          <a:p>
            <a:r>
              <a:rPr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/>
              <a:t>1. Enter store &amp; open app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2. Scan product barcode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3. Items added to cart automatically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4. Pay digitally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5. Show QR bill &amp; exit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418" y="3810"/>
            <a:ext cx="2381582" cy="1352739"/>
          </a:xfrm>
          <a:prstGeom prst="rect">
            <a:avLst/>
          </a:prstGeom>
        </p:spPr>
      </p:pic>
      <p:cxnSp>
        <p:nvCxnSpPr>
          <p:cNvPr id="6" name="Straight Connector 5"/>
          <p:cNvCxnSpPr>
            <a:cxnSpLocks/>
          </p:cNvCxnSpPr>
          <p:nvPr/>
        </p:nvCxnSpPr>
        <p:spPr>
          <a:xfrm>
            <a:off x="218114" y="1178560"/>
            <a:ext cx="86574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75920" y="203518"/>
            <a:ext cx="8229600" cy="1143000"/>
          </a:xfrm>
        </p:spPr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/>
              <a:t>Zero waiting time</a:t>
            </a:r>
          </a:p>
          <a:p>
            <a:pPr>
              <a:lnSpc>
                <a:spcPct val="150000"/>
              </a:lnSpc>
            </a:pPr>
            <a:r>
              <a:rPr dirty="0"/>
              <a:t>Stress-free shopping</a:t>
            </a:r>
          </a:p>
          <a:p>
            <a:pPr>
              <a:lnSpc>
                <a:spcPct val="150000"/>
              </a:lnSpc>
            </a:pPr>
            <a:r>
              <a:rPr dirty="0"/>
              <a:t>Digital bills</a:t>
            </a:r>
          </a:p>
          <a:p>
            <a:pPr>
              <a:lnSpc>
                <a:spcPct val="150000"/>
              </a:lnSpc>
            </a:pPr>
            <a:r>
              <a:rPr dirty="0"/>
              <a:t>Faster checkout for everyone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418" y="3810"/>
            <a:ext cx="2381582" cy="1352739"/>
          </a:xfrm>
          <a:prstGeom prst="rect">
            <a:avLst/>
          </a:prstGeom>
        </p:spPr>
      </p:pic>
      <p:cxnSp>
        <p:nvCxnSpPr>
          <p:cNvPr id="6" name="Straight Connector 5"/>
          <p:cNvCxnSpPr>
            <a:cxnSpLocks/>
          </p:cNvCxnSpPr>
          <p:nvPr/>
        </p:nvCxnSpPr>
        <p:spPr>
          <a:xfrm>
            <a:off x="209725" y="1269907"/>
            <a:ext cx="87497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6391" y="264667"/>
            <a:ext cx="8229600" cy="11430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 err="1"/>
              <a:t>QueueLess</a:t>
            </a:r>
            <a:r>
              <a:rPr dirty="0"/>
              <a:t> saves time &amp; effort</a:t>
            </a:r>
          </a:p>
          <a:p>
            <a:pPr>
              <a:lnSpc>
                <a:spcPct val="150000"/>
              </a:lnSpc>
            </a:pPr>
            <a:r>
              <a:rPr dirty="0"/>
              <a:t>Improves customer experience</a:t>
            </a:r>
          </a:p>
          <a:p>
            <a:pPr>
              <a:lnSpc>
                <a:spcPct val="150000"/>
              </a:lnSpc>
            </a:pPr>
            <a:r>
              <a:rPr dirty="0"/>
              <a:t>Helps stores manage crowds</a:t>
            </a:r>
          </a:p>
          <a:p>
            <a:pPr>
              <a:lnSpc>
                <a:spcPct val="150000"/>
              </a:lnSpc>
            </a:pPr>
            <a:r>
              <a:rPr dirty="0"/>
              <a:t>A small change with big impact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418" y="3810"/>
            <a:ext cx="2381582" cy="1352739"/>
          </a:xfrm>
          <a:prstGeom prst="rect">
            <a:avLst/>
          </a:prstGeom>
        </p:spPr>
      </p:pic>
      <p:cxnSp>
        <p:nvCxnSpPr>
          <p:cNvPr id="6" name="Straight Connector 5"/>
          <p:cNvCxnSpPr>
            <a:cxnSpLocks/>
          </p:cNvCxnSpPr>
          <p:nvPr/>
        </p:nvCxnSpPr>
        <p:spPr>
          <a:xfrm>
            <a:off x="201336" y="1242130"/>
            <a:ext cx="8724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152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Problem Statement</vt:lpstr>
      <vt:lpstr>Why This Is a Real Problem</vt:lpstr>
      <vt:lpstr>Our Solution – QueueLess</vt:lpstr>
      <vt:lpstr>How It Works</vt:lpstr>
      <vt:lpstr>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QueueLess – Smart Checkout Solution</dc:title>
  <dc:subject/>
  <dc:creator>Vinay Kumar S</dc:creator>
  <cp:keywords/>
  <dc:description>generated using python-pptx</dc:description>
  <cp:lastModifiedBy>Vinay P</cp:lastModifiedBy>
  <cp:revision>8</cp:revision>
  <dcterms:created xsi:type="dcterms:W3CDTF">2013-01-27T09:14:16Z</dcterms:created>
  <dcterms:modified xsi:type="dcterms:W3CDTF">2026-02-22T14:17:03Z</dcterms:modified>
  <cp:category/>
</cp:coreProperties>
</file>